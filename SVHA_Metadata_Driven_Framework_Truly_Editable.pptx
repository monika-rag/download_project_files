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6446520"/>
            <a:ext cx="13258800" cy="1051560"/>
          </a:xfrm>
          <a:prstGeom prst="arc">
            <a:avLst/>
          </a:prstGeom>
          <a:solidFill>
            <a:srgbClr val="06275E"/>
          </a:solidFill>
          <a:ln w="12700">
            <a:solidFill>
              <a:srgbClr val="0627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6291072"/>
            <a:ext cx="5577840" cy="5029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008A94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6501384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D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" y="6547104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4D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─╲╱─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241280" y="45720"/>
            <a:ext cx="201168" cy="173736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45720"/>
            <a:ext cx="201168" cy="173736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26496" y="45720"/>
            <a:ext cx="201168" cy="173736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0" y="274320"/>
            <a:ext cx="201168" cy="173736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33888" y="274320"/>
            <a:ext cx="201168" cy="173736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26496" y="274320"/>
            <a:ext cx="201168" cy="173736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18520" y="201168"/>
            <a:ext cx="310896" cy="310896"/>
          </a:xfrm>
          <a:prstGeom prst="ellipse">
            <a:avLst/>
          </a:prstGeom>
          <a:solidFill>
            <a:srgbClr val="DDF3F5"/>
          </a:solidFill>
          <a:ln w="12700">
            <a:solidFill>
              <a:srgbClr val="BFE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18520" y="192024"/>
            <a:ext cx="31089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201168"/>
            <a:ext cx="7589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2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SVHA Metadata-Driven Framework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7472" y="713232"/>
            <a:ext cx="7132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Reusable, scalable and configurable data engineering framework in Microsoft Fabric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1353312"/>
            <a:ext cx="1682496" cy="3337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7E7E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353312"/>
            <a:ext cx="1682496" cy="585216"/>
          </a:xfrm>
          <a:prstGeom prst="roundRect">
            <a:avLst>
              <a:gd name="adj" fmla="val 18750"/>
            </a:avLst>
          </a:prstGeom>
          <a:solidFill>
            <a:srgbClr val="06275E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53896"/>
            <a:ext cx="14996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Source Systems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868680" y="111556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C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1152144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965960" y="2706624"/>
            <a:ext cx="164592" cy="118872"/>
          </a:xfrm>
          <a:prstGeom prst="rightArrow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57984" y="1353312"/>
            <a:ext cx="1682496" cy="3337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7E7E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57984" y="1353312"/>
            <a:ext cx="1682496" cy="585216"/>
          </a:xfrm>
          <a:prstGeom prst="roundRect">
            <a:avLst>
              <a:gd name="adj" fmla="val 18750"/>
            </a:avLst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9424" y="1453896"/>
            <a:ext cx="14996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Metadata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2798064" y="111556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CCD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1152144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895344" y="2706624"/>
            <a:ext cx="164592" cy="118872"/>
          </a:xfrm>
          <a:prstGeom prst="rightArrow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87368" y="1353312"/>
            <a:ext cx="1682496" cy="3337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7E7E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87368" y="1353312"/>
            <a:ext cx="1682496" cy="585216"/>
          </a:xfrm>
          <a:prstGeom prst="roundRect">
            <a:avLst>
              <a:gd name="adj" fmla="val 18750"/>
            </a:avLst>
          </a:prstGeom>
          <a:solidFill>
            <a:srgbClr val="06275E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78808" y="1453896"/>
            <a:ext cx="14996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Generic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Pipeline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4727448" y="111556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CCD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1152144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824728" y="2706624"/>
            <a:ext cx="164592" cy="118872"/>
          </a:xfrm>
          <a:prstGeom prst="rightArrow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1353312"/>
            <a:ext cx="1682496" cy="3337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7E7E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1353312"/>
            <a:ext cx="1682496" cy="585216"/>
          </a:xfrm>
          <a:prstGeom prst="roundRect">
            <a:avLst>
              <a:gd name="adj" fmla="val 18750"/>
            </a:avLst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1453896"/>
            <a:ext cx="14996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Reusable Processing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656832" y="111556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CCD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152144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754112" y="2706624"/>
            <a:ext cx="164592" cy="118872"/>
          </a:xfrm>
          <a:prstGeom prst="rightArrow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1353312"/>
            <a:ext cx="1682496" cy="3337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7E7E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10728" y="1353312"/>
            <a:ext cx="1682496" cy="585216"/>
          </a:xfrm>
          <a:prstGeom prst="roundRect">
            <a:avLst>
              <a:gd name="adj" fmla="val 18750"/>
            </a:avLst>
          </a:prstGeom>
          <a:solidFill>
            <a:srgbClr val="06275E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02168" y="1453896"/>
            <a:ext cx="14996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OneLake /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8750808" y="111556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CCD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69096" y="1152144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848088" y="2706624"/>
            <a:ext cx="164592" cy="118872"/>
          </a:xfrm>
          <a:prstGeom prst="rightArrow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85248" y="1353312"/>
            <a:ext cx="1682496" cy="3337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7E7EA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985248" y="1353312"/>
            <a:ext cx="1682496" cy="585216"/>
          </a:xfrm>
          <a:prstGeom prst="roundRect">
            <a:avLst>
              <a:gd name="adj" fmla="val 18750"/>
            </a:avLst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76688" y="1453896"/>
            <a:ext cx="14996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Delivery &amp;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</a:t>
            </a:r>
            <a:endParaRPr lang="en-US" sz="1340" dirty="0"/>
          </a:p>
        </p:txBody>
      </p:sp>
      <p:sp>
        <p:nvSpPr>
          <p:cNvPr id="49" name="Shape 47"/>
          <p:cNvSpPr/>
          <p:nvPr/>
        </p:nvSpPr>
        <p:spPr>
          <a:xfrm>
            <a:off x="10625328" y="1115568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CCD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43616" y="1152144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93192" y="2231136"/>
            <a:ext cx="256032" cy="256032"/>
          </a:xfrm>
          <a:prstGeom prst="ellipse">
            <a:avLst/>
          </a:prstGeom>
          <a:solidFill>
            <a:srgbClr val="22A767"/>
          </a:solidFill>
          <a:ln w="12700">
            <a:solidFill>
              <a:srgbClr val="B5E7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Dataverse</a:t>
            </a:r>
            <a:endParaRPr lang="en-US" sz="1260" dirty="0"/>
          </a:p>
        </p:txBody>
      </p:sp>
      <p:sp>
        <p:nvSpPr>
          <p:cNvPr id="53" name="Shape 51"/>
          <p:cNvSpPr/>
          <p:nvPr/>
        </p:nvSpPr>
        <p:spPr>
          <a:xfrm>
            <a:off x="393192" y="2697480"/>
            <a:ext cx="1353312" cy="0"/>
          </a:xfrm>
          <a:prstGeom prst="line">
            <a:avLst/>
          </a:prstGeom>
          <a:noFill/>
          <a:ln w="12700">
            <a:solidFill>
              <a:srgbClr val="D4E9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926080"/>
            <a:ext cx="13167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operational data source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22576" y="2157984"/>
            <a:ext cx="1645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2542032" y="2157984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&amp; target paths</a:t>
            </a:r>
            <a:endParaRPr lang="en-US" sz="1170" dirty="0"/>
          </a:p>
        </p:txBody>
      </p:sp>
      <p:sp>
        <p:nvSpPr>
          <p:cNvPr id="57" name="Text 55"/>
          <p:cNvSpPr/>
          <p:nvPr/>
        </p:nvSpPr>
        <p:spPr>
          <a:xfrm>
            <a:off x="2322576" y="2551176"/>
            <a:ext cx="1645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2542032" y="2551176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patterns</a:t>
            </a:r>
            <a:endParaRPr lang="en-US" sz="1170" dirty="0"/>
          </a:p>
        </p:txBody>
      </p:sp>
      <p:sp>
        <p:nvSpPr>
          <p:cNvPr id="59" name="Text 57"/>
          <p:cNvSpPr/>
          <p:nvPr/>
        </p:nvSpPr>
        <p:spPr>
          <a:xfrm>
            <a:off x="2322576" y="2944368"/>
            <a:ext cx="1645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2542032" y="2944368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type</a:t>
            </a:r>
            <a:endParaRPr lang="en-US" sz="1170" dirty="0"/>
          </a:p>
        </p:txBody>
      </p:sp>
      <p:sp>
        <p:nvSpPr>
          <p:cNvPr id="61" name="Text 59"/>
          <p:cNvSpPr/>
          <p:nvPr/>
        </p:nvSpPr>
        <p:spPr>
          <a:xfrm>
            <a:off x="2322576" y="3337560"/>
            <a:ext cx="1645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2542032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group</a:t>
            </a:r>
            <a:endParaRPr lang="en-US" sz="1170" dirty="0"/>
          </a:p>
        </p:txBody>
      </p:sp>
      <p:sp>
        <p:nvSpPr>
          <p:cNvPr id="63" name="Text 61"/>
          <p:cNvSpPr/>
          <p:nvPr/>
        </p:nvSpPr>
        <p:spPr>
          <a:xfrm>
            <a:off x="2322576" y="3730752"/>
            <a:ext cx="1645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2542032" y="3730752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sequence</a:t>
            </a:r>
            <a:endParaRPr lang="en-US" sz="1170" dirty="0"/>
          </a:p>
        </p:txBody>
      </p:sp>
      <p:sp>
        <p:nvSpPr>
          <p:cNvPr id="65" name="Text 63"/>
          <p:cNvSpPr/>
          <p:nvPr/>
        </p:nvSpPr>
        <p:spPr>
          <a:xfrm>
            <a:off x="2322576" y="4123944"/>
            <a:ext cx="16459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2542032" y="4123944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flag</a:t>
            </a:r>
            <a:endParaRPr lang="en-US" sz="1170" dirty="0"/>
          </a:p>
        </p:txBody>
      </p:sp>
      <p:sp>
        <p:nvSpPr>
          <p:cNvPr id="67" name="Text 65"/>
          <p:cNvSpPr/>
          <p:nvPr/>
        </p:nvSpPr>
        <p:spPr>
          <a:xfrm>
            <a:off x="4270248" y="2221992"/>
            <a:ext cx="164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4489704" y="2221992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metadata</a:t>
            </a:r>
            <a:endParaRPr lang="en-US" sz="1170" dirty="0"/>
          </a:p>
        </p:txBody>
      </p:sp>
      <p:sp>
        <p:nvSpPr>
          <p:cNvPr id="69" name="Text 67"/>
          <p:cNvSpPr/>
          <p:nvPr/>
        </p:nvSpPr>
        <p:spPr>
          <a:xfrm>
            <a:off x="4270248" y="2816352"/>
            <a:ext cx="1645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4489704" y="2816352"/>
            <a:ext cx="1097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70" dirty="0"/>
          </a:p>
        </p:txBody>
      </p:sp>
      <p:sp>
        <p:nvSpPr>
          <p:cNvPr id="71" name="Text 69"/>
          <p:cNvSpPr/>
          <p:nvPr/>
        </p:nvSpPr>
        <p:spPr>
          <a:xfrm>
            <a:off x="4270248" y="3575304"/>
            <a:ext cx="1645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4489704" y="3575304"/>
            <a:ext cx="1097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reusable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1170" dirty="0"/>
          </a:p>
        </p:txBody>
      </p:sp>
      <p:sp>
        <p:nvSpPr>
          <p:cNvPr id="73" name="Shape 71"/>
          <p:cNvSpPr/>
          <p:nvPr/>
        </p:nvSpPr>
        <p:spPr>
          <a:xfrm>
            <a:off x="6153912" y="2176272"/>
            <a:ext cx="1408176" cy="420624"/>
          </a:xfrm>
          <a:prstGeom prst="roundRect">
            <a:avLst>
              <a:gd name="adj" fmla="val 19565"/>
            </a:avLst>
          </a:prstGeom>
          <a:solidFill>
            <a:srgbClr val="F6FBFC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63640" y="2240280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6620256" y="2267712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220" dirty="0"/>
          </a:p>
        </p:txBody>
      </p:sp>
      <p:sp>
        <p:nvSpPr>
          <p:cNvPr id="76" name="Shape 74"/>
          <p:cNvSpPr/>
          <p:nvPr/>
        </p:nvSpPr>
        <p:spPr>
          <a:xfrm>
            <a:off x="6153912" y="2743200"/>
            <a:ext cx="1408176" cy="420624"/>
          </a:xfrm>
          <a:prstGeom prst="roundRect">
            <a:avLst>
              <a:gd name="adj" fmla="val 19565"/>
            </a:avLst>
          </a:prstGeom>
          <a:solidFill>
            <a:srgbClr val="F6FBFC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63640" y="28072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6620256" y="2834640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1220" dirty="0"/>
          </a:p>
        </p:txBody>
      </p:sp>
      <p:sp>
        <p:nvSpPr>
          <p:cNvPr id="79" name="Shape 77"/>
          <p:cNvSpPr/>
          <p:nvPr/>
        </p:nvSpPr>
        <p:spPr>
          <a:xfrm>
            <a:off x="6153912" y="3310128"/>
            <a:ext cx="1408176" cy="420624"/>
          </a:xfrm>
          <a:prstGeom prst="roundRect">
            <a:avLst>
              <a:gd name="adj" fmla="val 19565"/>
            </a:avLst>
          </a:prstGeom>
          <a:solidFill>
            <a:srgbClr val="F6FBFC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63640" y="337413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6620256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20" dirty="0"/>
          </a:p>
        </p:txBody>
      </p:sp>
      <p:sp>
        <p:nvSpPr>
          <p:cNvPr id="82" name="Text 80"/>
          <p:cNvSpPr/>
          <p:nvPr/>
        </p:nvSpPr>
        <p:spPr>
          <a:xfrm>
            <a:off x="8275320" y="2130552"/>
            <a:ext cx="1353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30" dirty="0"/>
          </a:p>
        </p:txBody>
      </p:sp>
      <p:sp>
        <p:nvSpPr>
          <p:cNvPr id="83" name="Shape 81"/>
          <p:cNvSpPr/>
          <p:nvPr/>
        </p:nvSpPr>
        <p:spPr>
          <a:xfrm>
            <a:off x="8723376" y="233172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E6FAFB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769096" y="2340864"/>
            <a:ext cx="365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8311896" y="2843784"/>
            <a:ext cx="1280160" cy="0"/>
          </a:xfrm>
          <a:prstGeom prst="line">
            <a:avLst/>
          </a:prstGeom>
          <a:noFill/>
          <a:ln w="12700">
            <a:solidFill>
              <a:srgbClr val="D4E9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75320" y="2953512"/>
            <a:ext cx="1353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</a:t>
            </a:r>
            <a:endParaRPr lang="en-US" sz="930" dirty="0"/>
          </a:p>
        </p:txBody>
      </p:sp>
      <p:sp>
        <p:nvSpPr>
          <p:cNvPr id="87" name="Shape 85"/>
          <p:cNvSpPr/>
          <p:nvPr/>
        </p:nvSpPr>
        <p:spPr>
          <a:xfrm>
            <a:off x="8723376" y="315468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E6FAFB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69096" y="3163824"/>
            <a:ext cx="365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311896" y="3666744"/>
            <a:ext cx="1280160" cy="0"/>
          </a:xfrm>
          <a:prstGeom prst="line">
            <a:avLst/>
          </a:prstGeom>
          <a:noFill/>
          <a:ln w="12700">
            <a:solidFill>
              <a:srgbClr val="D4E9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75320" y="3831336"/>
            <a:ext cx="135331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</a:t>
            </a:r>
            <a:endParaRPr lang="en-US" sz="930" dirty="0"/>
          </a:p>
        </p:txBody>
      </p:sp>
      <p:sp>
        <p:nvSpPr>
          <p:cNvPr id="91" name="Shape 89"/>
          <p:cNvSpPr/>
          <p:nvPr/>
        </p:nvSpPr>
        <p:spPr>
          <a:xfrm>
            <a:off x="8759952" y="4032504"/>
            <a:ext cx="384048" cy="329184"/>
          </a:xfrm>
          <a:prstGeom prst="rect">
            <a:avLst/>
          </a:prstGeom>
          <a:solidFill>
            <a:srgbClr val="F5FEFF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778240" y="4096512"/>
            <a:ext cx="34747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≡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10213848" y="232257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▮</a:t>
            </a:r>
            <a:endParaRPr lang="en-US" sz="2200" dirty="0"/>
          </a:p>
        </p:txBody>
      </p:sp>
      <p:sp>
        <p:nvSpPr>
          <p:cNvPr id="94" name="Text 92"/>
          <p:cNvSpPr/>
          <p:nvPr/>
        </p:nvSpPr>
        <p:spPr>
          <a:xfrm>
            <a:off x="10661904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250" dirty="0"/>
          </a:p>
        </p:txBody>
      </p:sp>
      <p:sp>
        <p:nvSpPr>
          <p:cNvPr id="95" name="Shape 93"/>
          <p:cNvSpPr/>
          <p:nvPr/>
        </p:nvSpPr>
        <p:spPr>
          <a:xfrm>
            <a:off x="10149840" y="2862072"/>
            <a:ext cx="1353312" cy="0"/>
          </a:xfrm>
          <a:prstGeom prst="line">
            <a:avLst/>
          </a:prstGeom>
          <a:noFill/>
          <a:ln w="12700">
            <a:solidFill>
              <a:srgbClr val="D4E9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213848" y="3072384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2100" dirty="0"/>
          </a:p>
        </p:txBody>
      </p:sp>
      <p:sp>
        <p:nvSpPr>
          <p:cNvPr id="97" name="Text 95"/>
          <p:cNvSpPr/>
          <p:nvPr/>
        </p:nvSpPr>
        <p:spPr>
          <a:xfrm>
            <a:off x="10661904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SFTP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228600" y="4892040"/>
            <a:ext cx="8001000" cy="1481328"/>
          </a:xfrm>
          <a:prstGeom prst="roundRect">
            <a:avLst>
              <a:gd name="adj" fmla="val 9259"/>
            </a:avLst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1480" y="5093208"/>
            <a:ext cx="2834640" cy="0"/>
          </a:xfrm>
          <a:prstGeom prst="line">
            <a:avLst/>
          </a:prstGeom>
          <a:noFill/>
          <a:ln w="12700">
            <a:solidFill>
              <a:srgbClr val="9CCDD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38728" y="4992624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4681728" y="5093208"/>
            <a:ext cx="3063240" cy="0"/>
          </a:xfrm>
          <a:prstGeom prst="line">
            <a:avLst/>
          </a:prstGeom>
          <a:noFill/>
          <a:ln w="12700">
            <a:solidFill>
              <a:srgbClr val="9CCDD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5760" y="533095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4672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2100" dirty="0"/>
          </a:p>
        </p:txBody>
      </p:sp>
      <p:sp>
        <p:nvSpPr>
          <p:cNvPr id="104" name="Text 102"/>
          <p:cNvSpPr/>
          <p:nvPr/>
        </p:nvSpPr>
        <p:spPr>
          <a:xfrm>
            <a:off x="438912" y="5724144"/>
            <a:ext cx="12252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Reusability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438912" y="5907024"/>
            <a:ext cx="1225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once, use many times</a:t>
            </a:r>
            <a:endParaRPr lang="en-US" sz="760" dirty="0"/>
          </a:p>
        </p:txBody>
      </p:sp>
      <p:sp>
        <p:nvSpPr>
          <p:cNvPr id="106" name="Shape 104"/>
          <p:cNvSpPr/>
          <p:nvPr/>
        </p:nvSpPr>
        <p:spPr>
          <a:xfrm>
            <a:off x="1901952" y="533095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340864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2100" dirty="0"/>
          </a:p>
        </p:txBody>
      </p:sp>
      <p:sp>
        <p:nvSpPr>
          <p:cNvPr id="108" name="Text 106"/>
          <p:cNvSpPr/>
          <p:nvPr/>
        </p:nvSpPr>
        <p:spPr>
          <a:xfrm>
            <a:off x="1975104" y="5724144"/>
            <a:ext cx="12252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1975104" y="5907024"/>
            <a:ext cx="1225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more sources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volumes</a:t>
            </a:r>
            <a:endParaRPr lang="en-US" sz="760" dirty="0"/>
          </a:p>
        </p:txBody>
      </p:sp>
      <p:sp>
        <p:nvSpPr>
          <p:cNvPr id="110" name="Shape 108"/>
          <p:cNvSpPr/>
          <p:nvPr/>
        </p:nvSpPr>
        <p:spPr>
          <a:xfrm>
            <a:off x="3438144" y="533095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77056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3511296" y="5724144"/>
            <a:ext cx="12252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Standardisation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3511296" y="5907024"/>
            <a:ext cx="1225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patterns across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4974336" y="533095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13248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⊕</a:t>
            </a:r>
            <a:endParaRPr lang="en-US" sz="2100" dirty="0"/>
          </a:p>
        </p:txBody>
      </p:sp>
      <p:sp>
        <p:nvSpPr>
          <p:cNvPr id="116" name="Text 114"/>
          <p:cNvSpPr/>
          <p:nvPr/>
        </p:nvSpPr>
        <p:spPr>
          <a:xfrm>
            <a:off x="5047488" y="5724144"/>
            <a:ext cx="12252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Onboarding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5047488" y="5907024"/>
            <a:ext cx="1225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new sources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</a:t>
            </a:r>
            <a:endParaRPr lang="en-US" sz="760" dirty="0"/>
          </a:p>
        </p:txBody>
      </p:sp>
      <p:sp>
        <p:nvSpPr>
          <p:cNvPr id="118" name="Shape 116"/>
          <p:cNvSpPr/>
          <p:nvPr/>
        </p:nvSpPr>
        <p:spPr>
          <a:xfrm>
            <a:off x="6510528" y="533095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49440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⚒</a:t>
            </a:r>
            <a:endParaRPr lang="en-US" sz="2100" dirty="0"/>
          </a:p>
        </p:txBody>
      </p:sp>
      <p:sp>
        <p:nvSpPr>
          <p:cNvPr id="120" name="Text 118"/>
          <p:cNvSpPr/>
          <p:nvPr/>
        </p:nvSpPr>
        <p:spPr>
          <a:xfrm>
            <a:off x="6583680" y="5724144"/>
            <a:ext cx="122529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7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 Maintenance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6583680" y="5907024"/>
            <a:ext cx="1225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in one place, impact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everywhere</a:t>
            </a:r>
            <a:endParaRPr lang="en-US" sz="760" dirty="0"/>
          </a:p>
        </p:txBody>
      </p:sp>
      <p:sp>
        <p:nvSpPr>
          <p:cNvPr id="122" name="Shape 120"/>
          <p:cNvSpPr/>
          <p:nvPr/>
        </p:nvSpPr>
        <p:spPr>
          <a:xfrm>
            <a:off x="8430768" y="4892040"/>
            <a:ext cx="33375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9CCDD3"/>
            </a:solidFill>
            <a:prstDash val="solid"/>
          </a:ln>
          <a:effectLst>
            <a:outerShdw sx="100000" sy="100000" kx="0" ky="0" algn="bl" rotWithShape="0" blurRad="25400" dist="50800" dir="2700000">
              <a:srgbClr val="D3E0E4">
                <a:alpha val="2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8430768" y="4892040"/>
            <a:ext cx="3337560" cy="411480"/>
          </a:xfrm>
          <a:prstGeom prst="rect">
            <a:avLst/>
          </a:prstGeom>
          <a:solidFill>
            <a:srgbClr val="06275E"/>
          </a:solidFill>
          <a:ln w="12700">
            <a:solidFill>
              <a:srgbClr val="06275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49640" y="4992624"/>
            <a:ext cx="2103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◇  Framework Value</a:t>
            </a:r>
            <a:endParaRPr lang="en-US" sz="1320" dirty="0"/>
          </a:p>
        </p:txBody>
      </p:sp>
      <p:sp>
        <p:nvSpPr>
          <p:cNvPr id="125" name="Shape 123"/>
          <p:cNvSpPr/>
          <p:nvPr/>
        </p:nvSpPr>
        <p:spPr>
          <a:xfrm>
            <a:off x="8668512" y="5458968"/>
            <a:ext cx="109728" cy="109728"/>
          </a:xfrm>
          <a:prstGeom prst="ellipse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677656" y="5458968"/>
            <a:ext cx="914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8851392" y="5431536"/>
            <a:ext cx="2514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Minimises hardcoding</a:t>
            </a:r>
            <a:endParaRPr lang="en-US" sz="1040" dirty="0"/>
          </a:p>
        </p:txBody>
      </p:sp>
      <p:sp>
        <p:nvSpPr>
          <p:cNvPr id="128" name="Shape 126"/>
          <p:cNvSpPr/>
          <p:nvPr/>
        </p:nvSpPr>
        <p:spPr>
          <a:xfrm>
            <a:off x="8668512" y="5687568"/>
            <a:ext cx="109728" cy="109728"/>
          </a:xfrm>
          <a:prstGeom prst="ellipse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677656" y="5687568"/>
            <a:ext cx="914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851392" y="5660136"/>
            <a:ext cx="2514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multiple source objects</a:t>
            </a:r>
            <a:endParaRPr lang="en-US" sz="1040" dirty="0"/>
          </a:p>
        </p:txBody>
      </p:sp>
      <p:sp>
        <p:nvSpPr>
          <p:cNvPr id="131" name="Shape 129"/>
          <p:cNvSpPr/>
          <p:nvPr/>
        </p:nvSpPr>
        <p:spPr>
          <a:xfrm>
            <a:off x="8668512" y="5916168"/>
            <a:ext cx="109728" cy="109728"/>
          </a:xfrm>
          <a:prstGeom prst="ellipse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677656" y="5916168"/>
            <a:ext cx="914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8851392" y="5888736"/>
            <a:ext cx="2514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consistent processing patterns</a:t>
            </a:r>
            <a:endParaRPr lang="en-US" sz="1040" dirty="0"/>
          </a:p>
        </p:txBody>
      </p:sp>
      <p:sp>
        <p:nvSpPr>
          <p:cNvPr id="134" name="Shape 132"/>
          <p:cNvSpPr/>
          <p:nvPr/>
        </p:nvSpPr>
        <p:spPr>
          <a:xfrm>
            <a:off x="8668512" y="6144768"/>
            <a:ext cx="109728" cy="109728"/>
          </a:xfrm>
          <a:prstGeom prst="ellipse">
            <a:avLst/>
          </a:prstGeom>
          <a:solidFill>
            <a:srgbClr val="008A94"/>
          </a:solidFill>
          <a:ln w="12700">
            <a:solidFill>
              <a:srgbClr val="008A9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677656" y="6144768"/>
            <a:ext cx="91440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8851392" y="6117336"/>
            <a:ext cx="2514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Accelerates new pipeline onboarding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SVHA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SVHA Metadata-Driven Framework - Editable</dc:title>
  <dc:subject>SVHA Metadata-Driven Framework</dc:subject>
  <dc:creator>OpenAI</dc:creator>
  <cp:lastModifiedBy>OpenAI</cp:lastModifiedBy>
  <cp:revision>1</cp:revision>
  <dcterms:created xsi:type="dcterms:W3CDTF">2026-07-22T01:58:52Z</dcterms:created>
  <dcterms:modified xsi:type="dcterms:W3CDTF">2026-07-22T01:58:52Z</dcterms:modified>
</cp:coreProperties>
</file>